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82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3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41" y="1530821"/>
            <a:ext cx="10128738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64514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0" y="1378582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19728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71C65-1458-A498-439F-6BE39D4BE085}"/>
              </a:ext>
            </a:extLst>
          </p:cNvPr>
          <p:cNvSpPr txBox="1"/>
          <p:nvPr/>
        </p:nvSpPr>
        <p:spPr>
          <a:xfrm>
            <a:off x="196093" y="304339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Root</a:t>
            </a:r>
            <a:r>
              <a:rPr lang="en-US" dirty="0"/>
              <a:t> div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E6F3-6DD7-41AB-97C5-C66C2CFF05EE}"/>
              </a:ext>
            </a:extLst>
          </p:cNvPr>
          <p:cNvSpPr txBox="1"/>
          <p:nvPr/>
        </p:nvSpPr>
        <p:spPr>
          <a:xfrm>
            <a:off x="509359" y="66427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Height: 100vh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3EC337-2230-6C6F-A8B6-F777E0072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96743" cy="5486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69F96E1-9B16-EF2E-A21D-03294F2F21BA}"/>
              </a:ext>
            </a:extLst>
          </p:cNvPr>
          <p:cNvSpPr/>
          <p:nvPr/>
        </p:nvSpPr>
        <p:spPr>
          <a:xfrm>
            <a:off x="6662057" y="0"/>
            <a:ext cx="5529943" cy="61302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vc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BDF698-14E0-30DF-9439-3860ACCA6019}"/>
              </a:ext>
            </a:extLst>
          </p:cNvPr>
          <p:cNvSpPr/>
          <p:nvPr/>
        </p:nvSpPr>
        <p:spPr>
          <a:xfrm>
            <a:off x="6755363" y="93306"/>
            <a:ext cx="5337110" cy="3732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Navigation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EFD1D3-97F4-2F1C-8FBA-0CADE8056B5C}"/>
              </a:ext>
            </a:extLst>
          </p:cNvPr>
          <p:cNvSpPr/>
          <p:nvPr/>
        </p:nvSpPr>
        <p:spPr>
          <a:xfrm>
            <a:off x="7571791" y="727788"/>
            <a:ext cx="3704253" cy="4926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BA9A08-A085-1BD5-2C9D-A45C9AFFA2CD}"/>
              </a:ext>
            </a:extLst>
          </p:cNvPr>
          <p:cNvSpPr/>
          <p:nvPr/>
        </p:nvSpPr>
        <p:spPr>
          <a:xfrm>
            <a:off x="7688424" y="877077"/>
            <a:ext cx="3442996" cy="1306285"/>
          </a:xfrm>
          <a:prstGeom prst="rect">
            <a:avLst/>
          </a:prstGeom>
          <a:solidFill>
            <a:srgbClr val="3482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B520AE-07F0-0AD6-8486-DD6018C1CE4D}"/>
              </a:ext>
            </a:extLst>
          </p:cNvPr>
          <p:cNvSpPr/>
          <p:nvPr/>
        </p:nvSpPr>
        <p:spPr>
          <a:xfrm>
            <a:off x="7763069" y="2491273"/>
            <a:ext cx="961053" cy="29951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571A63-600E-B4DA-809E-9C98DAF01C24}"/>
              </a:ext>
            </a:extLst>
          </p:cNvPr>
          <p:cNvSpPr/>
          <p:nvPr/>
        </p:nvSpPr>
        <p:spPr>
          <a:xfrm>
            <a:off x="8915400" y="2491273"/>
            <a:ext cx="2216020" cy="29951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31D040-708C-EF7A-D8D5-47335C6804A3}"/>
              </a:ext>
            </a:extLst>
          </p:cNvPr>
          <p:cNvSpPr/>
          <p:nvPr/>
        </p:nvSpPr>
        <p:spPr>
          <a:xfrm>
            <a:off x="9088016" y="2724539"/>
            <a:ext cx="1875453" cy="382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item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9319A6-D345-4C2A-9886-EA5ABC29E1A9}"/>
              </a:ext>
            </a:extLst>
          </p:cNvPr>
          <p:cNvSpPr/>
          <p:nvPr/>
        </p:nvSpPr>
        <p:spPr>
          <a:xfrm>
            <a:off x="9088016" y="3340360"/>
            <a:ext cx="1875453" cy="382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item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A61A9A-2F2E-B930-7E5E-BE2F3F123BA5}"/>
              </a:ext>
            </a:extLst>
          </p:cNvPr>
          <p:cNvSpPr/>
          <p:nvPr/>
        </p:nvSpPr>
        <p:spPr>
          <a:xfrm>
            <a:off x="9088016" y="4035492"/>
            <a:ext cx="1875453" cy="382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16E97E-38EA-D8E4-94CC-8290F288E9AB}"/>
              </a:ext>
            </a:extLst>
          </p:cNvPr>
          <p:cNvSpPr/>
          <p:nvPr/>
        </p:nvSpPr>
        <p:spPr>
          <a:xfrm>
            <a:off x="9088016" y="4760946"/>
            <a:ext cx="1875453" cy="382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item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B6A6A2-BC79-EC38-4D3E-94DA359C0C6A}"/>
              </a:ext>
            </a:extLst>
          </p:cNvPr>
          <p:cNvSpPr/>
          <p:nvPr/>
        </p:nvSpPr>
        <p:spPr>
          <a:xfrm>
            <a:off x="7868040" y="2724539"/>
            <a:ext cx="744115" cy="615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764301-9B6D-E20F-3573-AC76D0CDE56C}"/>
              </a:ext>
            </a:extLst>
          </p:cNvPr>
          <p:cNvSpPr/>
          <p:nvPr/>
        </p:nvSpPr>
        <p:spPr>
          <a:xfrm>
            <a:off x="7868040" y="3489648"/>
            <a:ext cx="744115" cy="615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box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27BF71-5F82-4A8E-E073-05FBC2801AA7}"/>
              </a:ext>
            </a:extLst>
          </p:cNvPr>
          <p:cNvSpPr/>
          <p:nvPr/>
        </p:nvSpPr>
        <p:spPr>
          <a:xfrm>
            <a:off x="7868039" y="4413380"/>
            <a:ext cx="744115" cy="615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box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17832C3-CF77-D0A1-5870-69454D7DAAA0}"/>
              </a:ext>
            </a:extLst>
          </p:cNvPr>
          <p:cNvCxnSpPr>
            <a:cxnSpLocks/>
          </p:cNvCxnSpPr>
          <p:nvPr/>
        </p:nvCxnSpPr>
        <p:spPr>
          <a:xfrm flipH="1">
            <a:off x="7277878" y="727788"/>
            <a:ext cx="293913" cy="3732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306CB6C-C4C3-E587-AF54-7C4E1F33A467}"/>
              </a:ext>
            </a:extLst>
          </p:cNvPr>
          <p:cNvSpPr txBox="1"/>
          <p:nvPr/>
        </p:nvSpPr>
        <p:spPr>
          <a:xfrm>
            <a:off x="6655835" y="1010920"/>
            <a:ext cx="1032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container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D8E94C-10AE-38C3-C579-11A6FCF7562D}"/>
              </a:ext>
            </a:extLst>
          </p:cNvPr>
          <p:cNvCxnSpPr>
            <a:cxnSpLocks/>
          </p:cNvCxnSpPr>
          <p:nvPr/>
        </p:nvCxnSpPr>
        <p:spPr>
          <a:xfrm flipH="1">
            <a:off x="7366521" y="2682550"/>
            <a:ext cx="405880" cy="419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6720A7D-3B99-A870-D050-1A9108116584}"/>
              </a:ext>
            </a:extLst>
          </p:cNvPr>
          <p:cNvSpPr txBox="1"/>
          <p:nvPr/>
        </p:nvSpPr>
        <p:spPr>
          <a:xfrm>
            <a:off x="6745430" y="2586039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Sidebar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3C94BD3-66E6-6CDB-96C4-1FC7CDB2825B}"/>
              </a:ext>
            </a:extLst>
          </p:cNvPr>
          <p:cNvCxnSpPr>
            <a:cxnSpLocks/>
          </p:cNvCxnSpPr>
          <p:nvPr/>
        </p:nvCxnSpPr>
        <p:spPr>
          <a:xfrm>
            <a:off x="11087101" y="2724538"/>
            <a:ext cx="312575" cy="1796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4222F81-5A7D-4B18-5928-61EB4BC631B1}"/>
              </a:ext>
            </a:extLst>
          </p:cNvPr>
          <p:cNvSpPr txBox="1"/>
          <p:nvPr/>
        </p:nvSpPr>
        <p:spPr>
          <a:xfrm>
            <a:off x="11393464" y="2743200"/>
            <a:ext cx="561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</TotalTime>
  <Words>36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LONG Sotheara</cp:lastModifiedBy>
  <cp:revision>2</cp:revision>
  <dcterms:created xsi:type="dcterms:W3CDTF">2024-08-04T11:27:57Z</dcterms:created>
  <dcterms:modified xsi:type="dcterms:W3CDTF">2025-11-02T14:20:36Z</dcterms:modified>
</cp:coreProperties>
</file>